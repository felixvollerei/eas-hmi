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519ae9d54c4df5" /><Relationship Type="http://schemas.openxmlformats.org/officeDocument/2006/relationships/extended-properties" Target="/docProps/app.xml" Id="Ra58894b38dc143d8" /><Relationship Type="http://schemas.openxmlformats.org/officeDocument/2006/relationships/officeDocument" Target="/ppt/presentation.xml" Id="R43a8e3599eed44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2af509a63745c0"/>
  </p:sldMasterIdLst>
  <p:notesMasterIdLst>
    <p:notesMasterId xmlns:r="http://schemas.openxmlformats.org/officeDocument/2006/relationships" r:id="R1b0743011f0d49ee"/>
  </p:notesMasterIdLst>
  <p:sldIdLst>
    <p:sldId xmlns:r="http://schemas.openxmlformats.org/officeDocument/2006/relationships" id="256" r:id="Rbc561d7339ed45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2ab0a63cc1408a" /><Relationship Type="http://schemas.openxmlformats.org/officeDocument/2006/relationships/slideMaster" Target="/ppt/slideMasters/slideMaster1.xml" Id="R4c2af509a63745c0" /><Relationship Type="http://schemas.openxmlformats.org/officeDocument/2006/relationships/notesMaster" Target="/ppt/notesMasters/notesMaster1.xml" Id="R1b0743011f0d49ee" /><Relationship Type="http://schemas.openxmlformats.org/officeDocument/2006/relationships/presProps" Target="/ppt/presProps.xml" Id="R9bf373ce644a4134" /><Relationship Type="http://schemas.openxmlformats.org/officeDocument/2006/relationships/tableStyles" Target="/ppt/tableStyles.xml" Id="Rb47c079e7da744e0" /><Relationship Type="http://schemas.openxmlformats.org/officeDocument/2006/relationships/slide" Target="/ppt/slides/slide1.xml" Id="Rbc561d7339ed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6261c69c2344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ae277f56d741e6" /><Relationship Type="http://schemas.openxmlformats.org/officeDocument/2006/relationships/notesMaster" Target="/ppt/notesMasters/notesMaster1.xml" Id="R841f3336746344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Example content for a file editing command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b4bf154f84f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54b511ea494f00" /><Relationship Type="http://schemas.openxmlformats.org/officeDocument/2006/relationships/slideLayout" Target="/ppt/slideLayouts/slideLayout1.xml" Id="R586f42bba21841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6f42bba21841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558e4ae4f4c1f" /><Relationship Type="http://schemas.openxmlformats.org/officeDocument/2006/relationships/notesSlide" Target="/ppt/notesSlides/notesSlide1.xml" Id="R50067c8589954c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8E070-A527-48DD-921E-BC65E4BE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Project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43BDD-1F15-4383-A2F8-C2B19FBD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334155"/>
                </a:solidFill>
                <a:latin typeface="Arial"/>
                <a:ea typeface="Arial"/>
                <a:cs typeface="Arial"/>
              </a:rPr>
              <a:t>Status: Draft</a:t>
            </a:r>
          </a:p>
        </p:txBody>
      </p:sp>
    </p:spTree>
    <p:extLst>
      <p:ext uri="{BB962C8B-B14F-4D97-AF65-F5344CB8AC3E}">
        <p14:creationId xmlns:p14="http://schemas.microsoft.com/office/powerpoint/2010/main" val="1376484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2026-09-26T07:49:27.7170000Z</dcterms:created>
  <dcterms:modified xsi:type="dcterms:W3CDTF">2026-09-26T07:49:27.7170000Z</dcterms:modified>
</coreProperties>
</file>